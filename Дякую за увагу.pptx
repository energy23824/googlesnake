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oboto Bold" charset="1" panose="02000000000000000000"/>
      <p:regular r:id="rId15"/>
    </p:embeddedFont>
    <p:embeddedFont>
      <p:font typeface="Roboto" charset="1" panose="02000000000000000000"/>
      <p:regular r:id="rId16"/>
    </p:embeddedFont>
    <p:embeddedFont>
      <p:font typeface="Open Sans" charset="1" panose="020B06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345" r="0" b="-28345"/>
            </a:stretch>
          </a:blipFill>
        </p:spPr>
      </p:sp>
      <p:sp>
        <p:nvSpPr>
          <p:cNvPr name="AutoShape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028700" y="1028700"/>
            <a:ext cx="16230600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448009" y="2298607"/>
            <a:ext cx="10977725" cy="123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2"/>
              </a:lnSpc>
            </a:pPr>
            <a:r>
              <a:rPr lang="en-US" sz="9272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Привітання ...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17722" y="3215640"/>
            <a:ext cx="14452555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>
                <a:solidFill>
                  <a:srgbClr val="96C53D"/>
                </a:solidFill>
                <a:latin typeface="Roboto"/>
                <a:ea typeface="Roboto"/>
                <a:cs typeface="Roboto"/>
                <a:sym typeface="Roboto"/>
              </a:rPr>
              <a:t>З</a:t>
            </a:r>
            <a:r>
              <a:rPr lang="en-US" sz="14400">
                <a:solidFill>
                  <a:srgbClr val="487AF7"/>
                </a:solidFill>
                <a:latin typeface="Roboto"/>
                <a:ea typeface="Roboto"/>
                <a:cs typeface="Roboto"/>
                <a:sym typeface="Roboto"/>
              </a:rPr>
              <a:t>м</a:t>
            </a:r>
            <a:r>
              <a:rPr lang="en-US" sz="14400">
                <a:solidFill>
                  <a:srgbClr val="96C53D"/>
                </a:solidFill>
                <a:latin typeface="Roboto"/>
                <a:ea typeface="Roboto"/>
                <a:cs typeface="Roboto"/>
                <a:sym typeface="Roboto"/>
              </a:rPr>
              <a:t>і</a:t>
            </a:r>
            <a:r>
              <a:rPr lang="en-US" sz="14400">
                <a:solidFill>
                  <a:srgbClr val="487AF7"/>
                </a:solidFill>
                <a:latin typeface="Roboto"/>
                <a:ea typeface="Roboto"/>
                <a:cs typeface="Roboto"/>
                <a:sym typeface="Roboto"/>
              </a:rPr>
              <a:t>й</a:t>
            </a:r>
            <a:r>
              <a:rPr lang="en-US" sz="14400">
                <a:solidFill>
                  <a:srgbClr val="96C53D"/>
                </a:solidFill>
                <a:latin typeface="Roboto"/>
                <a:ea typeface="Roboto"/>
                <a:cs typeface="Roboto"/>
                <a:sym typeface="Roboto"/>
              </a:rPr>
              <a:t>к</a:t>
            </a:r>
            <a:r>
              <a:rPr lang="en-US" sz="14400">
                <a:solidFill>
                  <a:srgbClr val="487AF7"/>
                </a:solidFill>
                <a:latin typeface="Roboto"/>
                <a:ea typeface="Roboto"/>
                <a:cs typeface="Roboto"/>
                <a:sym typeface="Roboto"/>
              </a:rPr>
              <a:t>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9144000" y="-9073"/>
            <a:ext cx="9144000" cy="10296073"/>
          </a:xfrm>
          <a:prstGeom prst="rect">
            <a:avLst/>
          </a:prstGeom>
          <a:solidFill>
            <a:srgbClr val="EBEBEB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2108214" y="-9073"/>
            <a:ext cx="5544039" cy="10296073"/>
          </a:xfrm>
          <a:custGeom>
            <a:avLst/>
            <a:gdLst/>
            <a:ahLst/>
            <a:cxnLst/>
            <a:rect r="r" b="b" t="t" l="l"/>
            <a:pathLst>
              <a:path h="10296073" w="5544039">
                <a:moveTo>
                  <a:pt x="0" y="0"/>
                </a:moveTo>
                <a:lnTo>
                  <a:pt x="5544039" y="0"/>
                </a:lnTo>
                <a:lnTo>
                  <a:pt x="5544039" y="10296073"/>
                </a:lnTo>
                <a:lnTo>
                  <a:pt x="0" y="1029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7813" y="474131"/>
            <a:ext cx="12798187" cy="91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80"/>
              </a:lnSpc>
              <a:spcBef>
                <a:spcPct val="0"/>
              </a:spcBef>
            </a:pPr>
            <a:r>
              <a:rPr lang="en-US" sz="5600" spc="-5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Структура мого проекту “Змійка”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38734"/>
            <a:ext cx="84055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 папці assets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8833581" y="0"/>
            <a:ext cx="9454419" cy="10287000"/>
          </a:xfrm>
          <a:prstGeom prst="rect">
            <a:avLst/>
          </a:prstGeom>
          <a:solidFill>
            <a:srgbClr val="EBEBEB"/>
          </a:solid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314784" y="0"/>
            <a:ext cx="5029200" cy="10296073"/>
          </a:xfrm>
          <a:prstGeom prst="rect">
            <a:avLst/>
          </a:prstGeom>
          <a:solidFill>
            <a:srgbClr val="EBEBEB"/>
          </a:solidFill>
        </p:spPr>
      </p:sp>
      <p:sp>
        <p:nvSpPr>
          <p:cNvPr name="Freeform 3" id="3" descr="two bottles of nail polish sitting on top of a cloth"/>
          <p:cNvSpPr/>
          <p:nvPr/>
        </p:nvSpPr>
        <p:spPr>
          <a:xfrm flipH="false" flipV="false" rot="0">
            <a:off x="1028700" y="1028700"/>
            <a:ext cx="6457032" cy="8229600"/>
          </a:xfrm>
          <a:custGeom>
            <a:avLst/>
            <a:gdLst/>
            <a:ahLst/>
            <a:cxnLst/>
            <a:rect r="r" b="b" t="t" l="l"/>
            <a:pathLst>
              <a:path h="8229600" w="6457032">
                <a:moveTo>
                  <a:pt x="0" y="0"/>
                </a:moveTo>
                <a:lnTo>
                  <a:pt x="6457032" y="0"/>
                </a:lnTo>
                <a:lnTo>
                  <a:pt x="64570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588" t="0" r="-45588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69762" y="3107070"/>
            <a:ext cx="6319673" cy="4072859"/>
            <a:chOff x="0" y="0"/>
            <a:chExt cx="8426231" cy="543047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22279"/>
              <a:ext cx="8426231" cy="210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Parag</a:t>
              </a:r>
              <a:r>
                <a:rPr lang="en-US" sz="3000" u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raph that dives deeper into the topic or main idea to build a clearer understanding for the reader.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8426231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100"/>
                </a:lnSpc>
                <a:spcBef>
                  <a:spcPct val="0"/>
                </a:spcBef>
              </a:pPr>
              <a:r>
                <a:rPr lang="en-US" sz="7000" spc="-70" u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Write your topic or idea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86619" y="3963672"/>
            <a:ext cx="7139281" cy="2295484"/>
            <a:chOff x="0" y="0"/>
            <a:chExt cx="9519041" cy="306064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57150"/>
              <a:ext cx="9519041" cy="2156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0"/>
                </a:lnSpc>
              </a:pPr>
              <a:r>
                <a:rPr lang="en-US" sz="5000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Original,</a:t>
              </a:r>
              <a:r>
                <a:rPr lang="en-US" sz="5000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impactful, or inspiring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18872"/>
              <a:ext cx="9519041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— Author of the quote or statement</a:t>
              </a:r>
            </a:p>
          </p:txBody>
        </p:sp>
      </p:grpSp>
      <p:sp>
        <p:nvSpPr>
          <p:cNvPr name="Freeform 5" id="5" descr="a person holding up a bottle of nail polish"/>
          <p:cNvSpPr/>
          <p:nvPr/>
        </p:nvSpPr>
        <p:spPr>
          <a:xfrm flipH="false" flipV="false" rot="0">
            <a:off x="1028700" y="1028700"/>
            <a:ext cx="6698322" cy="8164828"/>
          </a:xfrm>
          <a:custGeom>
            <a:avLst/>
            <a:gdLst/>
            <a:ahLst/>
            <a:cxnLst/>
            <a:rect r="r" b="b" t="t" l="l"/>
            <a:pathLst>
              <a:path h="8164828" w="6698322">
                <a:moveTo>
                  <a:pt x="0" y="0"/>
                </a:moveTo>
                <a:lnTo>
                  <a:pt x="6698322" y="0"/>
                </a:lnTo>
                <a:lnTo>
                  <a:pt x="6698322" y="8164828"/>
                </a:lnTo>
                <a:lnTo>
                  <a:pt x="0" y="8164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420" t="0" r="-4142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erson holding a beige tote bag in front of a blue wall"/>
          <p:cNvSpPr/>
          <p:nvPr/>
        </p:nvSpPr>
        <p:spPr>
          <a:xfrm flipH="false" flipV="false" rot="0">
            <a:off x="10179978" y="0"/>
            <a:ext cx="8108022" cy="10287000"/>
          </a:xfrm>
          <a:custGeom>
            <a:avLst/>
            <a:gdLst/>
            <a:ahLst/>
            <a:cxnLst/>
            <a:rect r="r" b="b" t="t" l="l"/>
            <a:pathLst>
              <a:path h="10287000" w="8108022">
                <a:moveTo>
                  <a:pt x="0" y="0"/>
                </a:moveTo>
                <a:lnTo>
                  <a:pt x="8108022" y="0"/>
                </a:lnTo>
                <a:lnTo>
                  <a:pt x="81080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03" r="0" b="-47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9419" y="3963672"/>
            <a:ext cx="7139281" cy="2210887"/>
            <a:chOff x="0" y="0"/>
            <a:chExt cx="9519041" cy="294784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9519041" cy="2156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0"/>
                </a:lnSpc>
              </a:pPr>
              <a:r>
                <a:rPr lang="en-US" sz="5000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Original,</a:t>
              </a:r>
              <a:r>
                <a:rPr lang="en-US" sz="5000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impactful, or inspiring statement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6076"/>
              <a:ext cx="9519041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— Author of the quote or statement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028700" y="1028700"/>
            <a:ext cx="16230600" cy="8229600"/>
          </a:xfrm>
          <a:prstGeom prst="rect">
            <a:avLst/>
          </a:prstGeom>
          <a:solidFill>
            <a:srgbClr val="EBEBEB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314571" y="4525962"/>
            <a:ext cx="11658859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DAG6LE8i4kg</dc:identifier>
  <dcterms:modified xsi:type="dcterms:W3CDTF">2011-08-01T06:04:30Z</dcterms:modified>
  <cp:revision>1</cp:revision>
  <dc:title>Дякую за увагу</dc:title>
</cp:coreProperties>
</file>